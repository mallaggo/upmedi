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62" r:id="rId2"/>
    <p:sldId id="258" r:id="rId3"/>
    <p:sldId id="257" r:id="rId4"/>
    <p:sldId id="260" r:id="rId5"/>
    <p:sldId id="261" r:id="rId6"/>
    <p:sldId id="259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F9A86-080F-4A12-8875-8E81D4772B2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BBFFA-A4B9-4E2C-9915-35B7D06D86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7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2109-C7C7-4544-8D40-C09EEA2C5467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1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BE36B-C995-4F4C-B747-52917267A9B9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B7F58EC9-9BC2-A4C5-B5C0-05FA230D46B5}"/>
              </a:ext>
            </a:extLst>
          </p:cNvPr>
          <p:cNvSpPr/>
          <p:nvPr userDrawn="1"/>
        </p:nvSpPr>
        <p:spPr>
          <a:xfrm flipH="1">
            <a:off x="0" y="1131216"/>
            <a:ext cx="9906000" cy="559474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64E4E33D-69FF-EA96-F440-F88E29C9DE41}"/>
              </a:ext>
            </a:extLst>
          </p:cNvPr>
          <p:cNvSpPr/>
          <p:nvPr userDrawn="1"/>
        </p:nvSpPr>
        <p:spPr>
          <a:xfrm>
            <a:off x="681038" y="18854"/>
            <a:ext cx="8543924" cy="1646236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282965"/>
            <a:ext cx="8543925" cy="1325563"/>
          </a:xfrm>
        </p:spPr>
        <p:txBody>
          <a:bodyPr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D7B35D-DD2E-4B27-F902-FA273F75FA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3" y="5994772"/>
            <a:ext cx="1955423" cy="72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6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D02F-44AB-434B-9091-411302309446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4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FB56-D9BD-4F46-A601-6AD96F71CEC1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96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60BC-8581-49DC-A471-5CBE4FB6904C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87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2AC7-B961-4616-A42B-2DE6600775DF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2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E01A-85A1-4902-BEE5-C2C91333CA64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39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4B2F-9637-4F97-84C5-E11F2BFD1832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12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CC51-C795-41C4-84DD-4ECD1662FAB7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117F-7BE7-4786-96BB-69612814949F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61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DC1-4F3F-4F99-B3A4-BFB2FC558C8A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96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4E27C-E8A7-4822-85AD-8B37CCE816F4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2140-623D-4DC3-986E-B9068C24C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11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8966AB79-7B8F-CF1D-6C38-CE4DDA963FB8}"/>
              </a:ext>
            </a:extLst>
          </p:cNvPr>
          <p:cNvSpPr/>
          <p:nvPr/>
        </p:nvSpPr>
        <p:spPr>
          <a:xfrm>
            <a:off x="0" y="0"/>
            <a:ext cx="5171440" cy="6858000"/>
          </a:xfrm>
          <a:prstGeom prst="parallelogram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EAA80D-F8CF-A8EE-851A-CF5B976D501A}"/>
              </a:ext>
            </a:extLst>
          </p:cNvPr>
          <p:cNvSpPr/>
          <p:nvPr/>
        </p:nvSpPr>
        <p:spPr>
          <a:xfrm>
            <a:off x="1691640" y="2794000"/>
            <a:ext cx="6522719" cy="158434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">
              <a:avLst/>
            </a:prstTxWarp>
            <a:spAutoFit/>
          </a:bodyPr>
          <a:lstStyle/>
          <a:p>
            <a:pPr algn="ctr"/>
            <a:r>
              <a:rPr lang="en-US" altLang="ko-KR" sz="5400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ChatGPT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C0F897-7DFC-5B60-B53F-B463FE9AFB1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79" y="120967"/>
            <a:ext cx="2063025" cy="7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9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99330-CE67-7E04-2606-763116DD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961B8A-1D65-C10E-B675-0FA2B2D4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팔각형 4">
            <a:extLst>
              <a:ext uri="{FF2B5EF4-FFF2-40B4-BE49-F238E27FC236}">
                <a16:creationId xmlns:a16="http://schemas.microsoft.com/office/drawing/2014/main" id="{D5E6380C-A522-5100-D04D-50DDE76C48F1}"/>
              </a:ext>
            </a:extLst>
          </p:cNvPr>
          <p:cNvSpPr/>
          <p:nvPr/>
        </p:nvSpPr>
        <p:spPr>
          <a:xfrm>
            <a:off x="3571240" y="2265680"/>
            <a:ext cx="1097280" cy="599440"/>
          </a:xfrm>
          <a:prstGeom prst="oc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FDDE6662-CAF8-CACF-AE26-BDE9B3A2B96A}"/>
              </a:ext>
            </a:extLst>
          </p:cNvPr>
          <p:cNvSpPr/>
          <p:nvPr/>
        </p:nvSpPr>
        <p:spPr>
          <a:xfrm flipH="1">
            <a:off x="4429760" y="2479040"/>
            <a:ext cx="5120640" cy="365125"/>
          </a:xfrm>
          <a:prstGeom prst="corne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1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050812-5500-C3C4-4958-885DFFC9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6E4B1-F77A-2C32-5E42-F5FA6DA8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1B9DCC-C3A4-406D-3B10-EEEDB043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3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6F7C7-6A67-886B-2183-AF78B9B7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10DEFF-D1F3-7BBB-9864-DD1EA00A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BB-BAEB-4D17-1B27-87DB8634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479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2F801-B931-BAD5-69A9-35E9774E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C7EF7-8059-E5A3-8B8E-F13F7F85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3B9745-3B2F-1653-BC87-1231370D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4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EC3BD-2972-9E29-CDAC-1217561E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368E18-8A11-9A0A-0CD9-76885FAB3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610AD4-E464-9272-30D6-E02EDBD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2140-623D-4DC3-986E-B9068C24C58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1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7</Words>
  <Application>Microsoft Office PowerPoint</Application>
  <PresentationFormat>A4 용지(210x297mm)</PresentationFormat>
  <Paragraphs>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돋움</vt:lpstr>
      <vt:lpstr>맑은 고딕</vt:lpstr>
      <vt:lpstr>Arial</vt:lpstr>
      <vt:lpstr>Calibri</vt:lpstr>
      <vt:lpstr>Calibri Light</vt:lpstr>
      <vt:lpstr>Office 테마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우리회계학원</dc:creator>
  <cp:lastModifiedBy>우리회계학원</cp:lastModifiedBy>
  <cp:revision>1</cp:revision>
  <dcterms:created xsi:type="dcterms:W3CDTF">2025-11-12T10:05:26Z</dcterms:created>
  <dcterms:modified xsi:type="dcterms:W3CDTF">2025-11-12T11:00:28Z</dcterms:modified>
</cp:coreProperties>
</file>